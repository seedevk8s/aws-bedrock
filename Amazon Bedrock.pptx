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image/svg+xml" Extension="sv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schemas.openxmlformats.org/officeDocument/2006/relationships/slide" Target="slides/slide19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1801d2b08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1801d2b08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a1801d2b0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a1801d2b0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a1801d2b0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a1801d2b0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1801d2b08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a1801d2b0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a1801d2b08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a1801d2b08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a1801d2b08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a1801d2b0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1801d2b08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1801d2b08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a1801d2b08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a1801d2b0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1801d2b08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1801d2b0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1801d2b08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1801d2b0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a1801d2b08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a1801d2b08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1801d2b08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1801d2b0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1801d2b08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1801d2b08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a1801d2b08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a1801d2b08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1801d2b08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a1801d2b08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1801d2b08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1801d2b08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1801d2b08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a1801d2b08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1801d2b08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a1801d2b08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sv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Amazon Bedrock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706271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