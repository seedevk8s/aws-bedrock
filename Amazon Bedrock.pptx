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801d2b0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801d2b0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1801d2b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1801d2b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801d2b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1801d2b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801d2b0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801d2b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801d2b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801d2b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1801d2b0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1801d2b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801d2b0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801d2b0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801d2b0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801d2b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1801d2b0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1801d2b0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801d2b0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801d2b0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1801d2b0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1801d2b0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801d2b0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801d2b0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1801d2b0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1801d2b0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801d2b0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801d2b0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1801d2b0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1801d2b0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801d2b0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801d2b0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1801d2b0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1801d2b0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801d2b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801d2b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Amazon Bedrock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062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